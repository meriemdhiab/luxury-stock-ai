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Bloc 3, Pipelines de données pour l’IA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BEBEB"/>
                </a:solidFill>
                <a:latin typeface="Calibri"/>
              </a:rPr>
              <a:t>Validation, automatisation, monitoring et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7324D"/>
                </a:solidFill>
                <a:latin typeface="Calibri"/>
              </a:rPr>
              <a:t>Meriem Dhiab  |  RNCP41993  |  Version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Pipeline de traitement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2679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Lecture des fichiers bruts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Validation du schéma et des règles métier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Nettoyage et export des données propres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Quarantaine des anomalies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Chargement SQLite ou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Gestion des anomalies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Date invalide détectée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Valeur numérique manquante isolée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Quantité négative rejetée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Référence produit inconnue rejetée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Doublon contrôlé sur la clé métier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Automatisation et reproductibilité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Exécution par une commande unique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Rapport qualité JSON à chaque run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Logs et codes de retour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Données nettoyées séparées des sources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Même seed pour régénérer le jeu synthétique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Monitoring du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Nombre de lignes entrantes et sortantes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Taux de rejet et raisons de rejet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Présence des tables et des index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Contrôle de la séparation TRAIN/TEST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Rapports pipeline et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Preuve de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Lancer le pipeline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Montrer les logs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Ouvrir quality_report.json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Ouvrir sales_quarantine.csv sur la fixture de test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Vérifier une requête sur la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