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Bloc 1, Gouvernance des données et de l’IA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80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EBEBEB"/>
                </a:solidFill>
                <a:latin typeface="Calibri"/>
              </a:rPr>
              <a:t>Plan de gouvernance, qualité, risques et responsabilités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7324D"/>
                </a:solidFill>
                <a:latin typeface="Calibri"/>
              </a:rPr>
              <a:t>Meriem Dhiab  |  RNCP41993  |  Version de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Problématique et périmètre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Aider une marque de luxe à anticiper la demande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Réduire le risque de rupture et de surstock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Utiliser des données synthétiques, agrégées et traçables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Conserver une validation humaine avant toute décision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Luxury Stock AI  |  Architecte en IA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Données et chaîne de responsabilité</a:t>
            </a:r>
          </a:p>
        </p:txBody>
      </p:sp>
      <p:pic>
        <p:nvPicPr>
          <p:cNvPr id="3" name="Picture 2" descr="data_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25880"/>
            <a:ext cx="5577840" cy="27699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Produits, calendrier, ventes et inventaire</a:t>
            </a:r>
          </a:p>
          <a:p>
            <a:pPr>
              <a:spcAft>
                <a:spcPts val="10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Data owner : définition et provenance</a:t>
            </a:r>
          </a:p>
          <a:p>
            <a:pPr>
              <a:spcAft>
                <a:spcPts val="10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Data engineer : qualité, transformation et chargement</a:t>
            </a:r>
          </a:p>
          <a:p>
            <a:pPr>
              <a:spcAft>
                <a:spcPts val="10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Utilisateur métier : interprétation et décision</a:t>
            </a:r>
          </a:p>
          <a:p>
            <a:pPr>
              <a:spcAft>
                <a:spcPts val="10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Chaque transformation est documentée dans les rapports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Luxury Stock AI  |  Architecte en IA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Qualité et traçabilité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Colonnes obligatoires et types contrôlés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Dates, valeurs manquantes, quantités négatives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Doublons et produits inconnus isolés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Lignes rejetées conservées en quarantaine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Hashes des sources dans ai_data_report.json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Luxury Stock AI  |  Architecte en IA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Risques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Fuite de données dans l’évaluation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Erreur de prévision et dérive de la demande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Surconfiance dans la recommandation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Biais de disponibilité entre catégories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Exposition de secrets ou rupture de traçabilité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Luxury Stock AI  |  Architecte en IA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RGPD, sécurité et accessibilité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Aucune donnée personnelle dans le MVP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Analyse à refaire si des clients réels sont ajoutés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Secrets injectés par variables d’environnement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Contraste et libellés lisibles dans le dashboard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Alternative textuelle aux graphiques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Luxury Stock AI  |  Architecte en IA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Contrôles et amélioration continue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Baseline et modèle candidat comparés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Monitoring des MAE et RMSE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Réentraînement si baisse durable ou dérive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Validation humaine des alertes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Rapports JSON utilisables comme preuves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Luxury Stock AI  |  Architecte en IA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Conclusion du bloc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Le jury peut identifier les responsables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La provenance et la qualité sont vérifiables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Les risques sont associés à des contrôles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Le plan est compréhensible par un public non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Luxury Stock AI  |  Architecte en IA  |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069080"/>
            <a:ext cx="10332720" cy="1005840"/>
          </a:xfrm>
          <a:prstGeom prst="roundRect">
            <a:avLst/>
          </a:prstGeom>
          <a:solidFill>
            <a:srgbClr val="A67C52"/>
          </a:solidFill>
          <a:ln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Gouvernance = responsabilités claires + preuves vérifiables + décision humaine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