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A67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Bloc 4, Solution IA et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BEBEB"/>
                </a:solidFill>
                <a:latin typeface="Calibri"/>
              </a:rPr>
              <a:t>Prévision, recommandation de stock, tests et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7324D"/>
                </a:solidFill>
                <a:latin typeface="Calibri"/>
              </a:rPr>
              <a:t>Meriem Dhiab  |  RNCP41993  |  Version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Objectif IA</a:t>
            </a:r>
          </a:p>
        </p:txBody>
      </p:sp>
      <p:pic>
        <p:nvPicPr>
          <p:cNvPr id="3" name="Picture 2" descr="chart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22070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Prévoir la demande nette par produit et semaine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Comparer une moyenne glissante à une forêt aléatoire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Évaluer sur 12 semaines chronologiquement postérieures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Produire une recommandation simple et explicable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Résultats d’évaluation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Baseline : MAE 7.2964, RMSE 9.9282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Modèle candidat : MAE 3.8742, RMSE 4.9359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Amélioration MAE : 46.9 %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Évaluation sur 420 observations de test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Résultats reproductibles dans metrics.json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Recommandation de stock</a:t>
            </a:r>
          </a:p>
        </p:txBody>
      </p:sp>
      <p:pic>
        <p:nvPicPr>
          <p:cNvPr id="3" name="Picture 2" descr="chart_risk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4846320" cy="27260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Comparer la demande prévue au stock disponible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Cible de couverture : deux semaines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Calculer les unités à réapprovisionner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Afficher le risque de rupture</a:t>
            </a:r>
          </a:p>
          <a:p>
            <a:pPr>
              <a:spcAft>
                <a:spcPts val="1000"/>
              </a:spcAft>
              <a:defRPr sz="16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Conserver la validation humaine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Code, tests et déploiement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train.py, evaluate.py et predict.py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Tests de features et de séparation temporelle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Dockerfile et Docker Compose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Dashboard Streamlit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Rapports et métriques versionnés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Monitoring et 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Seuils MAE et RMSE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Politique de réentraînement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Contrôle de dérive à compléter en production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Importance globale, pas causalité locale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Données synthétiques et facteurs externes absents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Calibri"/>
              </a:rPr>
              <a:t>Conclusion du bloc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Le modèle est mesuré contre une baseline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La chaîne produit des prévisions réelles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Le dashboard rend la sortie exploitable</a:t>
            </a:r>
          </a:p>
          <a:p>
            <a:pPr>
              <a:spcAft>
                <a:spcPts val="1000"/>
              </a:spcAft>
              <a:defRPr sz="1700">
                <a:solidFill>
                  <a:srgbClr val="17324D"/>
                </a:solidFill>
                <a:latin typeface="Aptos"/>
              </a:defRPr>
            </a:pPr>
            <a:r>
              <a:rPr>
                <a:latin typeface="Calibri"/>
              </a:rPr>
              <a:t>Les limites et les actions futures sont documentées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Luxury Stock AI  |  Architecte en IA  |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69080"/>
            <a:ext cx="10332720" cy="1005840"/>
          </a:xfrm>
          <a:prstGeom prst="roundRect">
            <a:avLst/>
          </a:prstGeom>
          <a:solidFill>
            <a:srgbClr val="A67C52"/>
          </a:solidFill>
          <a:ln>
            <a:solidFill>
              <a:srgbClr val="A67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Une solution IA utile est mesurée, explicable, reproductible et pilotée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