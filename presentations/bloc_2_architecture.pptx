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Bloc 2, Architecture de données pour l’IA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80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EBEBEB"/>
                </a:solidFill>
                <a:latin typeface="Calibri"/>
              </a:rPr>
              <a:t>Infrastructure, stockage, sécurité et reproductibilité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7324D"/>
                </a:solidFill>
                <a:latin typeface="Calibri"/>
              </a:rPr>
              <a:t>Meriem Dhiab  |  RNCP41993  |  Version de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Calibri"/>
              </a:rPr>
              <a:t>Choix d’architecture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25880"/>
            <a:ext cx="5577840" cy="27699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Architecture modulaire adaptée à un MVP</a:t>
            </a:r>
          </a:p>
          <a:p>
            <a:pPr>
              <a:spcAft>
                <a:spcPts val="10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CSV pour les sources simulées</a:t>
            </a:r>
          </a:p>
          <a:p>
            <a:pPr>
              <a:spcAft>
                <a:spcPts val="10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Python pour l’ingestion et les transformations</a:t>
            </a:r>
          </a:p>
          <a:p>
            <a:pPr>
              <a:spcAft>
                <a:spcPts val="10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PostgreSQL pour le stockage relationnel</a:t>
            </a:r>
          </a:p>
          <a:p>
            <a:pPr>
              <a:spcAft>
                <a:spcPts val="10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Docker Compose pour une exécution reproductible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Luxury Stock AI  |  Architecte en IA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Calibri"/>
              </a:rPr>
              <a:t>Modèle de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dim_product : catalogue et paramètres métier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dim_calendar : saisonnalité et split temporel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fact_sales_weekly : ventes agrégées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fact_inventory_weekly : stock et ruptures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Index sur produit et semaine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Luxury Stock AI  |  Architecte en IA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Calibri"/>
              </a:rPr>
              <a:t>Scalabilité et disponibilité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Partitionnement logique par produit et période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Tables indexées pour les requêtes du dashboard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SQLite de secours pour la démonstration locale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Migration cloud possible sans modifier la logique métier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Limites documentées : volume synthétique et MVP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Luxury Stock AI  |  Architecte en IA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Calibri"/>
              </a:rPr>
              <a:t>Sécurité et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Aucun secret réel dans le dépôt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Variables d’environnement documentées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Accès séparés entre pipeline et dashboard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Code modulaire et versionné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Configuration Docker inspectable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Luxury Stock AI  |  Architecte en IA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Calibri"/>
              </a:rPr>
              <a:t>Preuve de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Démarrer les services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Vérifier les tables et les logs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Rejouer les commandes depuis un environnement propre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Montrer les fichiers SQL et la configuration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Relier chaque preuve au critère du bloc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Luxury Stock AI  |  Architecte en IA  | 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